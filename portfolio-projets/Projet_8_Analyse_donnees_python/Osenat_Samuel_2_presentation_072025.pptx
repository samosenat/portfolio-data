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66" r:id="rId4"/>
    <p:sldId id="273" r:id="rId5"/>
    <p:sldId id="265" r:id="rId6"/>
    <p:sldId id="259" r:id="rId7"/>
    <p:sldId id="268" r:id="rId8"/>
    <p:sldId id="270" r:id="rId9"/>
    <p:sldId id="271" r:id="rId10"/>
    <p:sldId id="260" r:id="rId11"/>
    <p:sldId id="261" r:id="rId12"/>
    <p:sldId id="263" r:id="rId13"/>
    <p:sldId id="264" r:id="rId14"/>
    <p:sldId id="267" r:id="rId15"/>
    <p:sldId id="269" r:id="rId16"/>
    <p:sldId id="272" r:id="rId17"/>
  </p:sldIdLst>
  <p:sldSz cx="9144000" cy="5143500" type="screen16x9"/>
  <p:notesSz cx="6858000" cy="9144000"/>
  <p:embeddedFontLst>
    <p:embeddedFont>
      <p:font typeface="Lato" panose="020F0502020204030203" pitchFamily="3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Raleway"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161714-48FF-4927-A522-3248AB3A749D}" v="16" dt="2025-07-18T12:54:02.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6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Osenat" userId="19be4790-8c0d-4545-b2a9-00402cdb3fa8" providerId="ADAL" clId="{21161714-48FF-4927-A522-3248AB3A749D}"/>
    <pc:docChg chg="undo custSel addSld delSld modSld sldOrd">
      <pc:chgData name="Samuel Osenat" userId="19be4790-8c0d-4545-b2a9-00402cdb3fa8" providerId="ADAL" clId="{21161714-48FF-4927-A522-3248AB3A749D}" dt="2025-07-24T13:49:38.153" v="5103" actId="27636"/>
      <pc:docMkLst>
        <pc:docMk/>
      </pc:docMkLst>
      <pc:sldChg chg="modSp mod">
        <pc:chgData name="Samuel Osenat" userId="19be4790-8c0d-4545-b2a9-00402cdb3fa8" providerId="ADAL" clId="{21161714-48FF-4927-A522-3248AB3A749D}" dt="2025-07-02T01:36:02.037" v="100" actId="20577"/>
        <pc:sldMkLst>
          <pc:docMk/>
          <pc:sldMk cId="0" sldId="257"/>
        </pc:sldMkLst>
        <pc:spChg chg="mod">
          <ac:chgData name="Samuel Osenat" userId="19be4790-8c0d-4545-b2a9-00402cdb3fa8" providerId="ADAL" clId="{21161714-48FF-4927-A522-3248AB3A749D}" dt="2025-07-02T01:36:02.037" v="100" actId="20577"/>
          <ac:spMkLst>
            <pc:docMk/>
            <pc:sldMk cId="0" sldId="257"/>
            <ac:spMk id="91" creationId="{00000000-0000-0000-0000-000000000000}"/>
          </ac:spMkLst>
        </pc:spChg>
      </pc:sldChg>
      <pc:sldChg chg="modSp del mod">
        <pc:chgData name="Samuel Osenat" userId="19be4790-8c0d-4545-b2a9-00402cdb3fa8" providerId="ADAL" clId="{21161714-48FF-4927-A522-3248AB3A749D}" dt="2025-07-10T21:39:26.418" v="1805" actId="47"/>
        <pc:sldMkLst>
          <pc:docMk/>
          <pc:sldMk cId="0" sldId="258"/>
        </pc:sldMkLst>
        <pc:spChg chg="mod">
          <ac:chgData name="Samuel Osenat" userId="19be4790-8c0d-4545-b2a9-00402cdb3fa8" providerId="ADAL" clId="{21161714-48FF-4927-A522-3248AB3A749D}" dt="2025-07-10T21:38:13.714" v="1766" actId="20577"/>
          <ac:spMkLst>
            <pc:docMk/>
            <pc:sldMk cId="0" sldId="258"/>
            <ac:spMk id="99" creationId="{00000000-0000-0000-0000-000000000000}"/>
          </ac:spMkLst>
        </pc:spChg>
      </pc:sldChg>
      <pc:sldChg chg="modSp mod">
        <pc:chgData name="Samuel Osenat" userId="19be4790-8c0d-4545-b2a9-00402cdb3fa8" providerId="ADAL" clId="{21161714-48FF-4927-A522-3248AB3A749D}" dt="2025-07-02T01:47:26.255" v="1137" actId="20577"/>
        <pc:sldMkLst>
          <pc:docMk/>
          <pc:sldMk cId="0" sldId="259"/>
        </pc:sldMkLst>
        <pc:spChg chg="mod">
          <ac:chgData name="Samuel Osenat" userId="19be4790-8c0d-4545-b2a9-00402cdb3fa8" providerId="ADAL" clId="{21161714-48FF-4927-A522-3248AB3A749D}" dt="2025-07-02T01:47:26.255" v="1137" actId="20577"/>
          <ac:spMkLst>
            <pc:docMk/>
            <pc:sldMk cId="0" sldId="259"/>
            <ac:spMk id="105" creationId="{00000000-0000-0000-0000-000000000000}"/>
          </ac:spMkLst>
        </pc:spChg>
      </pc:sldChg>
      <pc:sldChg chg="addSp modSp mod">
        <pc:chgData name="Samuel Osenat" userId="19be4790-8c0d-4545-b2a9-00402cdb3fa8" providerId="ADAL" clId="{21161714-48FF-4927-A522-3248AB3A749D}" dt="2025-07-21T15:24:49.016" v="4658" actId="14100"/>
        <pc:sldMkLst>
          <pc:docMk/>
          <pc:sldMk cId="0" sldId="260"/>
        </pc:sldMkLst>
        <pc:spChg chg="mod">
          <ac:chgData name="Samuel Osenat" userId="19be4790-8c0d-4545-b2a9-00402cdb3fa8" providerId="ADAL" clId="{21161714-48FF-4927-A522-3248AB3A749D}" dt="2025-07-21T15:24:49.016" v="4658" actId="14100"/>
          <ac:spMkLst>
            <pc:docMk/>
            <pc:sldMk cId="0" sldId="260"/>
            <ac:spMk id="111" creationId="{00000000-0000-0000-0000-000000000000}"/>
          </ac:spMkLst>
        </pc:spChg>
        <pc:picChg chg="add mod">
          <ac:chgData name="Samuel Osenat" userId="19be4790-8c0d-4545-b2a9-00402cdb3fa8" providerId="ADAL" clId="{21161714-48FF-4927-A522-3248AB3A749D}" dt="2025-07-17T20:38:00.470" v="4008" actId="1076"/>
          <ac:picMkLst>
            <pc:docMk/>
            <pc:sldMk cId="0" sldId="260"/>
            <ac:picMk id="3" creationId="{85941C90-3B1C-B2AC-24A1-140519511907}"/>
          </ac:picMkLst>
        </pc:picChg>
      </pc:sldChg>
      <pc:sldChg chg="modSp del mod">
        <pc:chgData name="Samuel Osenat" userId="19be4790-8c0d-4545-b2a9-00402cdb3fa8" providerId="ADAL" clId="{21161714-48FF-4927-A522-3248AB3A749D}" dt="2025-07-17T18:08:47.211" v="3487" actId="47"/>
        <pc:sldMkLst>
          <pc:docMk/>
          <pc:sldMk cId="0" sldId="262"/>
        </pc:sldMkLst>
        <pc:spChg chg="mod">
          <ac:chgData name="Samuel Osenat" userId="19be4790-8c0d-4545-b2a9-00402cdb3fa8" providerId="ADAL" clId="{21161714-48FF-4927-A522-3248AB3A749D}" dt="2025-07-10T21:37:38.372" v="1758" actId="27636"/>
          <ac:spMkLst>
            <pc:docMk/>
            <pc:sldMk cId="0" sldId="262"/>
            <ac:spMk id="121" creationId="{00000000-0000-0000-0000-000000000000}"/>
          </ac:spMkLst>
        </pc:spChg>
      </pc:sldChg>
      <pc:sldChg chg="addSp modSp mod">
        <pc:chgData name="Samuel Osenat" userId="19be4790-8c0d-4545-b2a9-00402cdb3fa8" providerId="ADAL" clId="{21161714-48FF-4927-A522-3248AB3A749D}" dt="2025-07-21T15:32:04.933" v="4729" actId="20577"/>
        <pc:sldMkLst>
          <pc:docMk/>
          <pc:sldMk cId="0" sldId="263"/>
        </pc:sldMkLst>
        <pc:spChg chg="mod">
          <ac:chgData name="Samuel Osenat" userId="19be4790-8c0d-4545-b2a9-00402cdb3fa8" providerId="ADAL" clId="{21161714-48FF-4927-A522-3248AB3A749D}" dt="2025-07-21T15:32:04.933" v="4729" actId="20577"/>
          <ac:spMkLst>
            <pc:docMk/>
            <pc:sldMk cId="0" sldId="263"/>
            <ac:spMk id="128" creationId="{00000000-0000-0000-0000-000000000000}"/>
          </ac:spMkLst>
        </pc:spChg>
        <pc:picChg chg="add mod">
          <ac:chgData name="Samuel Osenat" userId="19be4790-8c0d-4545-b2a9-00402cdb3fa8" providerId="ADAL" clId="{21161714-48FF-4927-A522-3248AB3A749D}" dt="2025-07-21T15:31:49.868" v="4680" actId="1076"/>
          <ac:picMkLst>
            <pc:docMk/>
            <pc:sldMk cId="0" sldId="263"/>
            <ac:picMk id="3" creationId="{B6C3E841-4F60-70E5-E421-756985D96A17}"/>
          </ac:picMkLst>
        </pc:picChg>
      </pc:sldChg>
      <pc:sldChg chg="modSp mod">
        <pc:chgData name="Samuel Osenat" userId="19be4790-8c0d-4545-b2a9-00402cdb3fa8" providerId="ADAL" clId="{21161714-48FF-4927-A522-3248AB3A749D}" dt="2025-07-17T19:57:20.574" v="3828" actId="20577"/>
        <pc:sldMkLst>
          <pc:docMk/>
          <pc:sldMk cId="0" sldId="264"/>
        </pc:sldMkLst>
        <pc:spChg chg="mod">
          <ac:chgData name="Samuel Osenat" userId="19be4790-8c0d-4545-b2a9-00402cdb3fa8" providerId="ADAL" clId="{21161714-48FF-4927-A522-3248AB3A749D}" dt="2025-07-17T19:57:20.574" v="3828" actId="20577"/>
          <ac:spMkLst>
            <pc:docMk/>
            <pc:sldMk cId="0" sldId="264"/>
            <ac:spMk id="134" creationId="{00000000-0000-0000-0000-000000000000}"/>
          </ac:spMkLst>
        </pc:spChg>
      </pc:sldChg>
      <pc:sldChg chg="addSp modSp add mod">
        <pc:chgData name="Samuel Osenat" userId="19be4790-8c0d-4545-b2a9-00402cdb3fa8" providerId="ADAL" clId="{21161714-48FF-4927-A522-3248AB3A749D}" dt="2025-07-21T15:13:34.784" v="4561" actId="27636"/>
        <pc:sldMkLst>
          <pc:docMk/>
          <pc:sldMk cId="371162138" sldId="265"/>
        </pc:sldMkLst>
        <pc:spChg chg="mod">
          <ac:chgData name="Samuel Osenat" userId="19be4790-8c0d-4545-b2a9-00402cdb3fa8" providerId="ADAL" clId="{21161714-48FF-4927-A522-3248AB3A749D}" dt="2025-07-21T15:13:34.784" v="4561" actId="27636"/>
          <ac:spMkLst>
            <pc:docMk/>
            <pc:sldMk cId="371162138" sldId="265"/>
            <ac:spMk id="99" creationId="{00000000-0000-0000-0000-000000000000}"/>
          </ac:spMkLst>
        </pc:spChg>
        <pc:picChg chg="add mod">
          <ac:chgData name="Samuel Osenat" userId="19be4790-8c0d-4545-b2a9-00402cdb3fa8" providerId="ADAL" clId="{21161714-48FF-4927-A522-3248AB3A749D}" dt="2025-07-10T21:39:15.121" v="1804" actId="1076"/>
          <ac:picMkLst>
            <pc:docMk/>
            <pc:sldMk cId="371162138" sldId="265"/>
            <ac:picMk id="3" creationId="{D0522DFB-AB38-E93F-9AC5-A9E6F5620E6D}"/>
          </ac:picMkLst>
        </pc:picChg>
      </pc:sldChg>
      <pc:sldChg chg="addSp delSp modSp add mod ord">
        <pc:chgData name="Samuel Osenat" userId="19be4790-8c0d-4545-b2a9-00402cdb3fa8" providerId="ADAL" clId="{21161714-48FF-4927-A522-3248AB3A749D}" dt="2025-07-24T13:48:41.843" v="5101" actId="20577"/>
        <pc:sldMkLst>
          <pc:docMk/>
          <pc:sldMk cId="1140909664" sldId="266"/>
        </pc:sldMkLst>
        <pc:spChg chg="mod">
          <ac:chgData name="Samuel Osenat" userId="19be4790-8c0d-4545-b2a9-00402cdb3fa8" providerId="ADAL" clId="{21161714-48FF-4927-A522-3248AB3A749D}" dt="2025-07-24T13:48:41.843" v="5101" actId="20577"/>
          <ac:spMkLst>
            <pc:docMk/>
            <pc:sldMk cId="1140909664" sldId="266"/>
            <ac:spMk id="99" creationId="{00000000-0000-0000-0000-000000000000}"/>
          </ac:spMkLst>
        </pc:spChg>
        <pc:picChg chg="add del mod">
          <ac:chgData name="Samuel Osenat" userId="19be4790-8c0d-4545-b2a9-00402cdb3fa8" providerId="ADAL" clId="{21161714-48FF-4927-A522-3248AB3A749D}" dt="2025-07-24T13:46:35.131" v="4866" actId="478"/>
          <ac:picMkLst>
            <pc:docMk/>
            <pc:sldMk cId="1140909664" sldId="266"/>
            <ac:picMk id="3" creationId="{2C85DDC4-01CD-B954-80EE-32627EFFAF60}"/>
          </ac:picMkLst>
        </pc:picChg>
      </pc:sldChg>
      <pc:sldChg chg="addSp delSp modSp add mod">
        <pc:chgData name="Samuel Osenat" userId="19be4790-8c0d-4545-b2a9-00402cdb3fa8" providerId="ADAL" clId="{21161714-48FF-4927-A522-3248AB3A749D}" dt="2025-07-10T21:40:17.821" v="1812" actId="962"/>
        <pc:sldMkLst>
          <pc:docMk/>
          <pc:sldMk cId="1513888896" sldId="267"/>
        </pc:sldMkLst>
        <pc:spChg chg="del mod">
          <ac:chgData name="Samuel Osenat" userId="19be4790-8c0d-4545-b2a9-00402cdb3fa8" providerId="ADAL" clId="{21161714-48FF-4927-A522-3248AB3A749D}" dt="2025-07-10T21:40:03.577" v="1808" actId="478"/>
          <ac:spMkLst>
            <pc:docMk/>
            <pc:sldMk cId="1513888896" sldId="267"/>
            <ac:spMk id="134" creationId="{00000000-0000-0000-0000-000000000000}"/>
          </ac:spMkLst>
        </pc:spChg>
        <pc:picChg chg="add mod">
          <ac:chgData name="Samuel Osenat" userId="19be4790-8c0d-4545-b2a9-00402cdb3fa8" providerId="ADAL" clId="{21161714-48FF-4927-A522-3248AB3A749D}" dt="2025-07-10T21:40:17.821" v="1812" actId="962"/>
          <ac:picMkLst>
            <pc:docMk/>
            <pc:sldMk cId="1513888896" sldId="267"/>
            <ac:picMk id="3" creationId="{8C778A4D-4172-9018-89C0-50C5A7896136}"/>
          </ac:picMkLst>
        </pc:picChg>
      </pc:sldChg>
      <pc:sldChg chg="addSp delSp modSp add mod">
        <pc:chgData name="Samuel Osenat" userId="19be4790-8c0d-4545-b2a9-00402cdb3fa8" providerId="ADAL" clId="{21161714-48FF-4927-A522-3248AB3A749D}" dt="2025-07-21T15:16:26.093" v="4562" actId="20577"/>
        <pc:sldMkLst>
          <pc:docMk/>
          <pc:sldMk cId="3536773512" sldId="268"/>
        </pc:sldMkLst>
        <pc:spChg chg="add del mod">
          <ac:chgData name="Samuel Osenat" userId="19be4790-8c0d-4545-b2a9-00402cdb3fa8" providerId="ADAL" clId="{21161714-48FF-4927-A522-3248AB3A749D}" dt="2025-07-17T20:02:01.992" v="3837" actId="478"/>
          <ac:spMkLst>
            <pc:docMk/>
            <pc:sldMk cId="3536773512" sldId="268"/>
            <ac:spMk id="3" creationId="{598CB2EA-F3CE-ECC5-B301-DD1467805BB1}"/>
          </ac:spMkLst>
        </pc:spChg>
        <pc:spChg chg="add mod">
          <ac:chgData name="Samuel Osenat" userId="19be4790-8c0d-4545-b2a9-00402cdb3fa8" providerId="ADAL" clId="{21161714-48FF-4927-A522-3248AB3A749D}" dt="2025-07-21T15:16:26.093" v="4562" actId="20577"/>
          <ac:spMkLst>
            <pc:docMk/>
            <pc:sldMk cId="3536773512" sldId="268"/>
            <ac:spMk id="7" creationId="{94C7E809-52BD-7A76-6EC5-008090BAD759}"/>
          </ac:spMkLst>
        </pc:spChg>
        <pc:spChg chg="del mod">
          <ac:chgData name="Samuel Osenat" userId="19be4790-8c0d-4545-b2a9-00402cdb3fa8" providerId="ADAL" clId="{21161714-48FF-4927-A522-3248AB3A749D}" dt="2025-07-17T20:01:54.992" v="3836" actId="478"/>
          <ac:spMkLst>
            <pc:docMk/>
            <pc:sldMk cId="3536773512" sldId="268"/>
            <ac:spMk id="105" creationId="{00000000-0000-0000-0000-000000000000}"/>
          </ac:spMkLst>
        </pc:spChg>
        <pc:picChg chg="add mod modCrop">
          <ac:chgData name="Samuel Osenat" userId="19be4790-8c0d-4545-b2a9-00402cdb3fa8" providerId="ADAL" clId="{21161714-48FF-4927-A522-3248AB3A749D}" dt="2025-07-17T20:03:12.439" v="3856" actId="1076"/>
          <ac:picMkLst>
            <pc:docMk/>
            <pc:sldMk cId="3536773512" sldId="268"/>
            <ac:picMk id="5" creationId="{58055E0A-D15E-8F92-EBE7-B500A9E8DBC4}"/>
          </ac:picMkLst>
        </pc:picChg>
        <pc:picChg chg="add mod">
          <ac:chgData name="Samuel Osenat" userId="19be4790-8c0d-4545-b2a9-00402cdb3fa8" providerId="ADAL" clId="{21161714-48FF-4927-A522-3248AB3A749D}" dt="2025-07-17T20:03:17.866" v="3858" actId="14100"/>
          <ac:picMkLst>
            <pc:docMk/>
            <pc:sldMk cId="3536773512" sldId="268"/>
            <ac:picMk id="9" creationId="{94D305E2-8C67-2C0E-B992-EB882BA74CDF}"/>
          </ac:picMkLst>
        </pc:picChg>
      </pc:sldChg>
      <pc:sldChg chg="modSp add mod ord">
        <pc:chgData name="Samuel Osenat" userId="19be4790-8c0d-4545-b2a9-00402cdb3fa8" providerId="ADAL" clId="{21161714-48FF-4927-A522-3248AB3A749D}" dt="2025-07-17T19:53:33.160" v="3823" actId="20577"/>
        <pc:sldMkLst>
          <pc:docMk/>
          <pc:sldMk cId="3850680902" sldId="269"/>
        </pc:sldMkLst>
        <pc:spChg chg="mod">
          <ac:chgData name="Samuel Osenat" userId="19be4790-8c0d-4545-b2a9-00402cdb3fa8" providerId="ADAL" clId="{21161714-48FF-4927-A522-3248AB3A749D}" dt="2025-07-17T19:53:33.160" v="3823" actId="20577"/>
          <ac:spMkLst>
            <pc:docMk/>
            <pc:sldMk cId="3850680902" sldId="269"/>
            <ac:spMk id="134" creationId="{00000000-0000-0000-0000-000000000000}"/>
          </ac:spMkLst>
        </pc:spChg>
      </pc:sldChg>
      <pc:sldChg chg="addSp delSp modSp add mod">
        <pc:chgData name="Samuel Osenat" userId="19be4790-8c0d-4545-b2a9-00402cdb3fa8" providerId="ADAL" clId="{21161714-48FF-4927-A522-3248AB3A749D}" dt="2025-07-21T15:23:02.647" v="4638" actId="20577"/>
        <pc:sldMkLst>
          <pc:docMk/>
          <pc:sldMk cId="3881850550" sldId="270"/>
        </pc:sldMkLst>
        <pc:spChg chg="mod">
          <ac:chgData name="Samuel Osenat" userId="19be4790-8c0d-4545-b2a9-00402cdb3fa8" providerId="ADAL" clId="{21161714-48FF-4927-A522-3248AB3A749D}" dt="2025-07-21T15:23:02.647" v="4638" actId="20577"/>
          <ac:spMkLst>
            <pc:docMk/>
            <pc:sldMk cId="3881850550" sldId="270"/>
            <ac:spMk id="7" creationId="{94C7E809-52BD-7A76-6EC5-008090BAD759}"/>
          </ac:spMkLst>
        </pc:spChg>
        <pc:picChg chg="add mod">
          <ac:chgData name="Samuel Osenat" userId="19be4790-8c0d-4545-b2a9-00402cdb3fa8" providerId="ADAL" clId="{21161714-48FF-4927-A522-3248AB3A749D}" dt="2025-07-21T15:22:47.062" v="4579" actId="1076"/>
          <ac:picMkLst>
            <pc:docMk/>
            <pc:sldMk cId="3881850550" sldId="270"/>
            <ac:picMk id="3" creationId="{1C613461-E58E-1ABA-7FEB-602B0F4773AE}"/>
          </ac:picMkLst>
        </pc:picChg>
        <pc:picChg chg="del">
          <ac:chgData name="Samuel Osenat" userId="19be4790-8c0d-4545-b2a9-00402cdb3fa8" providerId="ADAL" clId="{21161714-48FF-4927-A522-3248AB3A749D}" dt="2025-07-17T20:03:47.196" v="3864" actId="478"/>
          <ac:picMkLst>
            <pc:docMk/>
            <pc:sldMk cId="3881850550" sldId="270"/>
            <ac:picMk id="5" creationId="{58055E0A-D15E-8F92-EBE7-B500A9E8DBC4}"/>
          </ac:picMkLst>
        </pc:picChg>
        <pc:picChg chg="add del mod">
          <ac:chgData name="Samuel Osenat" userId="19be4790-8c0d-4545-b2a9-00402cdb3fa8" providerId="ADAL" clId="{21161714-48FF-4927-A522-3248AB3A749D}" dt="2025-07-17T20:04:04.340" v="3873" actId="478"/>
          <ac:picMkLst>
            <pc:docMk/>
            <pc:sldMk cId="3881850550" sldId="270"/>
            <ac:picMk id="6" creationId="{74923581-E191-0691-6784-BE76D57D8401}"/>
          </ac:picMkLst>
        </pc:picChg>
        <pc:picChg chg="del">
          <ac:chgData name="Samuel Osenat" userId="19be4790-8c0d-4545-b2a9-00402cdb3fa8" providerId="ADAL" clId="{21161714-48FF-4927-A522-3248AB3A749D}" dt="2025-07-17T20:03:48.211" v="3865" actId="478"/>
          <ac:picMkLst>
            <pc:docMk/>
            <pc:sldMk cId="3881850550" sldId="270"/>
            <ac:picMk id="9" creationId="{94D305E2-8C67-2C0E-B992-EB882BA74CDF}"/>
          </ac:picMkLst>
        </pc:picChg>
      </pc:sldChg>
      <pc:sldChg chg="addSp delSp modSp add mod">
        <pc:chgData name="Samuel Osenat" userId="19be4790-8c0d-4545-b2a9-00402cdb3fa8" providerId="ADAL" clId="{21161714-48FF-4927-A522-3248AB3A749D}" dt="2025-07-18T12:48:38.891" v="4012" actId="1036"/>
        <pc:sldMkLst>
          <pc:docMk/>
          <pc:sldMk cId="2546375722" sldId="271"/>
        </pc:sldMkLst>
        <pc:spChg chg="mod">
          <ac:chgData name="Samuel Osenat" userId="19be4790-8c0d-4545-b2a9-00402cdb3fa8" providerId="ADAL" clId="{21161714-48FF-4927-A522-3248AB3A749D}" dt="2025-07-17T20:37:21.585" v="3999" actId="2711"/>
          <ac:spMkLst>
            <pc:docMk/>
            <pc:sldMk cId="2546375722" sldId="271"/>
            <ac:spMk id="7" creationId="{94C7E809-52BD-7A76-6EC5-008090BAD759}"/>
          </ac:spMkLst>
        </pc:spChg>
        <pc:spChg chg="add mod">
          <ac:chgData name="Samuel Osenat" userId="19be4790-8c0d-4545-b2a9-00402cdb3fa8" providerId="ADAL" clId="{21161714-48FF-4927-A522-3248AB3A749D}" dt="2025-07-17T20:36:36.272" v="3996" actId="20577"/>
          <ac:spMkLst>
            <pc:docMk/>
            <pc:sldMk cId="2546375722" sldId="271"/>
            <ac:spMk id="10" creationId="{03474C52-B34E-8B89-A5AA-5A8EFF4AD324}"/>
          </ac:spMkLst>
        </pc:spChg>
        <pc:picChg chg="del">
          <ac:chgData name="Samuel Osenat" userId="19be4790-8c0d-4545-b2a9-00402cdb3fa8" providerId="ADAL" clId="{21161714-48FF-4927-A522-3248AB3A749D}" dt="2025-07-17T20:34:24.467" v="3910" actId="478"/>
          <ac:picMkLst>
            <pc:docMk/>
            <pc:sldMk cId="2546375722" sldId="271"/>
            <ac:picMk id="3" creationId="{1C613461-E58E-1ABA-7FEB-602B0F4773AE}"/>
          </ac:picMkLst>
        </pc:picChg>
        <pc:picChg chg="add mod modCrop">
          <ac:chgData name="Samuel Osenat" userId="19be4790-8c0d-4545-b2a9-00402cdb3fa8" providerId="ADAL" clId="{21161714-48FF-4927-A522-3248AB3A749D}" dt="2025-07-17T20:35:51.869" v="3929" actId="1076"/>
          <ac:picMkLst>
            <pc:docMk/>
            <pc:sldMk cId="2546375722" sldId="271"/>
            <ac:picMk id="4" creationId="{07313A27-9B0B-579D-2A7E-384490762D7A}"/>
          </ac:picMkLst>
        </pc:picChg>
        <pc:picChg chg="add mod">
          <ac:chgData name="Samuel Osenat" userId="19be4790-8c0d-4545-b2a9-00402cdb3fa8" providerId="ADAL" clId="{21161714-48FF-4927-A522-3248AB3A749D}" dt="2025-07-17T20:35:55.365" v="3930" actId="1076"/>
          <ac:picMkLst>
            <pc:docMk/>
            <pc:sldMk cId="2546375722" sldId="271"/>
            <ac:picMk id="6" creationId="{BAF75E36-46A8-0999-7F4B-B250E72559F8}"/>
          </ac:picMkLst>
        </pc:picChg>
        <pc:picChg chg="add mod">
          <ac:chgData name="Samuel Osenat" userId="19be4790-8c0d-4545-b2a9-00402cdb3fa8" providerId="ADAL" clId="{21161714-48FF-4927-A522-3248AB3A749D}" dt="2025-07-18T12:48:38.891" v="4012" actId="1036"/>
          <ac:picMkLst>
            <pc:docMk/>
            <pc:sldMk cId="2546375722" sldId="271"/>
            <ac:picMk id="9" creationId="{8E281B81-9B46-5BFF-E7BB-2936EFA54883}"/>
          </ac:picMkLst>
        </pc:picChg>
      </pc:sldChg>
      <pc:sldChg chg="modSp add mod">
        <pc:chgData name="Samuel Osenat" userId="19be4790-8c0d-4545-b2a9-00402cdb3fa8" providerId="ADAL" clId="{21161714-48FF-4927-A522-3248AB3A749D}" dt="2025-07-21T15:37:58.775" v="4864" actId="14100"/>
        <pc:sldMkLst>
          <pc:docMk/>
          <pc:sldMk cId="2296345192" sldId="272"/>
        </pc:sldMkLst>
        <pc:spChg chg="mod">
          <ac:chgData name="Samuel Osenat" userId="19be4790-8c0d-4545-b2a9-00402cdb3fa8" providerId="ADAL" clId="{21161714-48FF-4927-A522-3248AB3A749D}" dt="2025-07-18T12:54:10.739" v="4025" actId="20577"/>
          <ac:spMkLst>
            <pc:docMk/>
            <pc:sldMk cId="2296345192" sldId="272"/>
            <ac:spMk id="133" creationId="{00000000-0000-0000-0000-000000000000}"/>
          </ac:spMkLst>
        </pc:spChg>
        <pc:spChg chg="mod">
          <ac:chgData name="Samuel Osenat" userId="19be4790-8c0d-4545-b2a9-00402cdb3fa8" providerId="ADAL" clId="{21161714-48FF-4927-A522-3248AB3A749D}" dt="2025-07-21T15:37:58.775" v="4864" actId="14100"/>
          <ac:spMkLst>
            <pc:docMk/>
            <pc:sldMk cId="2296345192" sldId="272"/>
            <ac:spMk id="134" creationId="{00000000-0000-0000-0000-000000000000}"/>
          </ac:spMkLst>
        </pc:spChg>
      </pc:sldChg>
      <pc:sldChg chg="new del">
        <pc:chgData name="Samuel Osenat" userId="19be4790-8c0d-4545-b2a9-00402cdb3fa8" providerId="ADAL" clId="{21161714-48FF-4927-A522-3248AB3A749D}" dt="2025-07-17T20:41:09.744" v="4010" actId="680"/>
        <pc:sldMkLst>
          <pc:docMk/>
          <pc:sldMk cId="2337545146" sldId="272"/>
        </pc:sldMkLst>
      </pc:sldChg>
      <pc:sldChg chg="modSp add mod">
        <pc:chgData name="Samuel Osenat" userId="19be4790-8c0d-4545-b2a9-00402cdb3fa8" providerId="ADAL" clId="{21161714-48FF-4927-A522-3248AB3A749D}" dt="2025-07-24T13:49:38.153" v="5103" actId="27636"/>
        <pc:sldMkLst>
          <pc:docMk/>
          <pc:sldMk cId="3140773850" sldId="273"/>
        </pc:sldMkLst>
        <pc:spChg chg="mod">
          <ac:chgData name="Samuel Osenat" userId="19be4790-8c0d-4545-b2a9-00402cdb3fa8" providerId="ADAL" clId="{21161714-48FF-4927-A522-3248AB3A749D}" dt="2025-07-24T13:49:38.153" v="5103" actId="27636"/>
          <ac:spMkLst>
            <pc:docMk/>
            <pc:sldMk cId="3140773850" sldId="273"/>
            <ac:spMk id="9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6c227a4f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6c227a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6251e9b6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6251e9b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740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370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3524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197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0501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3371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6251e9b6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6251e9b6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6c227a4f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6c227a4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6c227a4f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6c227a4f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0787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8788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6509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a:p>
          <a:p>
            <a:pPr marL="0" lvl="0" indent="0" algn="l" rtl="0">
              <a:spcBef>
                <a:spcPts val="0"/>
              </a:spcBef>
              <a:spcAft>
                <a:spcPts val="0"/>
              </a:spcAft>
              <a:buNone/>
            </a:pPr>
            <a:r>
              <a:rPr lang="fr"/>
              <a:t>Partie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subTitle" idx="1"/>
          </p:nvPr>
        </p:nvSpPr>
        <p:spPr>
          <a:xfrm>
            <a:off x="623400" y="2612200"/>
            <a:ext cx="8520600" cy="1449600"/>
          </a:xfrm>
          <a:prstGeom prst="rect">
            <a:avLst/>
          </a:prstGeom>
        </p:spPr>
        <p:txBody>
          <a:bodyPr spcFirstLastPara="1" wrap="square" lIns="91425" tIns="91425" rIns="91425" bIns="91425" anchor="t" anchorCtr="0">
            <a:normAutofit fontScale="77500" lnSpcReduction="20000"/>
          </a:bodyPr>
          <a:lstStyle/>
          <a:p>
            <a:pPr marL="0" lvl="0" indent="0" algn="l" rtl="0">
              <a:lnSpc>
                <a:spcPct val="90000"/>
              </a:lnSpc>
              <a:spcBef>
                <a:spcPts val="1000"/>
              </a:spcBef>
              <a:spcAft>
                <a:spcPts val="0"/>
              </a:spcAft>
              <a:buClr>
                <a:schemeClr val="dk1"/>
              </a:buClr>
              <a:buSzPct val="50000"/>
              <a:buFont typeface="Arial"/>
              <a:buNone/>
            </a:pPr>
            <a:r>
              <a:rPr lang="fr-FR" sz="2200" i="1" dirty="0">
                <a:solidFill>
                  <a:schemeClr val="dk1"/>
                </a:solidFill>
                <a:latin typeface="Montserrat"/>
                <a:ea typeface="Montserrat"/>
                <a:cs typeface="Montserrat"/>
                <a:sym typeface="Montserrat"/>
              </a:rPr>
              <a:t>Analyse de l’évolution des prix de l’immobilier à Paris</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Samuel </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OSENAT</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FR" sz="2200" i="1" dirty="0">
                <a:solidFill>
                  <a:schemeClr val="dk1"/>
                </a:solidFill>
                <a:latin typeface="Montserrat"/>
                <a:ea typeface="Montserrat"/>
                <a:cs typeface="Montserrat"/>
                <a:sym typeface="Montserrat"/>
              </a:rPr>
              <a:t>01/07/2025</a:t>
            </a:r>
            <a:endParaRPr sz="2200" i="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p>
        </p:txBody>
      </p:sp>
      <p:pic>
        <p:nvPicPr>
          <p:cNvPr id="92" name="Google Shape;92;p14"/>
          <p:cNvPicPr preferRelativeResize="0"/>
          <p:nvPr/>
        </p:nvPicPr>
        <p:blipFill>
          <a:blip r:embed="rId3">
            <a:alphaModFix/>
          </a:blip>
          <a:stretch>
            <a:fillRect/>
          </a:stretch>
        </p:blipFill>
        <p:spPr>
          <a:xfrm>
            <a:off x="623400" y="89925"/>
            <a:ext cx="3669750" cy="1645400"/>
          </a:xfrm>
          <a:prstGeom prst="rect">
            <a:avLst/>
          </a:prstGeom>
          <a:noFill/>
          <a:ln>
            <a:noFill/>
          </a:ln>
        </p:spPr>
      </p:pic>
      <p:sp>
        <p:nvSpPr>
          <p:cNvPr id="93" name="Google Shape;93;p14"/>
          <p:cNvSpPr txBox="1"/>
          <p:nvPr/>
        </p:nvSpPr>
        <p:spPr>
          <a:xfrm>
            <a:off x="685150" y="4324050"/>
            <a:ext cx="682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a:solidFill>
                  <a:srgbClr val="B4A7D6"/>
                </a:solidFill>
                <a:latin typeface="Lato"/>
                <a:ea typeface="Lato"/>
                <a:cs typeface="Lato"/>
                <a:sym typeface="Lato"/>
              </a:rPr>
              <a:t>Optez toujours pour des slides allégées  : 6 éléments par page maximum.</a:t>
            </a:r>
            <a:endParaRPr>
              <a:solidFill>
                <a:srgbClr val="B4A7D6"/>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a:latin typeface="Montserrat"/>
                <a:ea typeface="Montserrat"/>
                <a:cs typeface="Montserrat"/>
                <a:sym typeface="Montserrat"/>
              </a:rPr>
              <a:t>Analyse du marché de l’immobilier</a:t>
            </a:r>
            <a:endParaRPr sz="2520"/>
          </a:p>
        </p:txBody>
      </p:sp>
      <p:sp>
        <p:nvSpPr>
          <p:cNvPr id="99" name="Google Shape;99;p15"/>
          <p:cNvSpPr txBox="1">
            <a:spLocks noGrp="1"/>
          </p:cNvSpPr>
          <p:nvPr>
            <p:ph type="body" idx="1"/>
          </p:nvPr>
        </p:nvSpPr>
        <p:spPr>
          <a:xfrm>
            <a:off x="729450" y="1402775"/>
            <a:ext cx="7688700" cy="2459777"/>
          </a:xfrm>
          <a:prstGeom prst="rect">
            <a:avLst/>
          </a:prstGeom>
        </p:spPr>
        <p:txBody>
          <a:bodyPr spcFirstLastPara="1" wrap="square" lIns="91425" tIns="91425" rIns="91425" bIns="91425" anchor="t" anchorCtr="0">
            <a:normAutofit/>
          </a:bodyPr>
          <a:lstStyle/>
          <a:p>
            <a:pPr marL="285750" lvl="0" indent="-285750" algn="l" rtl="0">
              <a:spcBef>
                <a:spcPts val="0"/>
              </a:spcBef>
              <a:spcAft>
                <a:spcPts val="1200"/>
              </a:spcAft>
              <a:buFontTx/>
              <a:buChar char="-"/>
            </a:pPr>
            <a:r>
              <a:rPr lang="fr-FR" i="1" dirty="0">
                <a:latin typeface="Montserrat"/>
                <a:ea typeface="Montserrat"/>
                <a:cs typeface="Montserrat"/>
                <a:sym typeface="Montserrat"/>
              </a:rPr>
              <a:t>Analyse de 26196 transactions</a:t>
            </a:r>
          </a:p>
          <a:p>
            <a:pPr marL="285750" lvl="0" indent="-285750" algn="l" rtl="0">
              <a:spcBef>
                <a:spcPts val="0"/>
              </a:spcBef>
              <a:spcAft>
                <a:spcPts val="1200"/>
              </a:spcAft>
              <a:buFontTx/>
              <a:buChar char="-"/>
            </a:pPr>
            <a:r>
              <a:rPr lang="fr-FR" i="1" dirty="0">
                <a:latin typeface="Montserrat"/>
                <a:ea typeface="Montserrat"/>
                <a:cs typeface="Montserrat"/>
                <a:sym typeface="Montserrat"/>
              </a:rPr>
              <a:t>2 types de biens</a:t>
            </a:r>
          </a:p>
          <a:p>
            <a:pPr marL="285750" lvl="0" indent="-285750" algn="l" rtl="0">
              <a:spcBef>
                <a:spcPts val="0"/>
              </a:spcBef>
              <a:spcAft>
                <a:spcPts val="1200"/>
              </a:spcAft>
              <a:buFontTx/>
              <a:buChar char="-"/>
            </a:pPr>
            <a:r>
              <a:rPr lang="fr-FR" i="1" dirty="0">
                <a:latin typeface="Montserrat"/>
                <a:ea typeface="Montserrat"/>
                <a:cs typeface="Montserrat"/>
                <a:sym typeface="Montserrat"/>
              </a:rPr>
              <a:t>Informations sur la date de vente, valeur foncière, informations géographiques (code postal)</a:t>
            </a:r>
          </a:p>
        </p:txBody>
      </p:sp>
    </p:spTree>
    <p:extLst>
      <p:ext uri="{BB962C8B-B14F-4D97-AF65-F5344CB8AC3E}">
        <p14:creationId xmlns:p14="http://schemas.microsoft.com/office/powerpoint/2010/main" val="1140909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a:latin typeface="Montserrat"/>
                <a:ea typeface="Montserrat"/>
                <a:cs typeface="Montserrat"/>
                <a:sym typeface="Montserrat"/>
              </a:rPr>
              <a:t>Analyse du marché de l’immobilier</a:t>
            </a:r>
            <a:endParaRPr sz="2520"/>
          </a:p>
        </p:txBody>
      </p:sp>
      <p:sp>
        <p:nvSpPr>
          <p:cNvPr id="99" name="Google Shape;99;p15"/>
          <p:cNvSpPr txBox="1">
            <a:spLocks noGrp="1"/>
          </p:cNvSpPr>
          <p:nvPr>
            <p:ph type="body" idx="1"/>
          </p:nvPr>
        </p:nvSpPr>
        <p:spPr>
          <a:xfrm>
            <a:off x="729450" y="1402775"/>
            <a:ext cx="7688700" cy="771465"/>
          </a:xfrm>
          <a:prstGeom prst="rect">
            <a:avLst/>
          </a:prstGeom>
        </p:spPr>
        <p:txBody>
          <a:bodyPr spcFirstLastPara="1" wrap="square" lIns="91425" tIns="91425" rIns="91425" bIns="91425" anchor="t" anchorCtr="0">
            <a:normAutofit lnSpcReduction="10000"/>
          </a:bodyPr>
          <a:lstStyle/>
          <a:p>
            <a:pPr marL="285750" lvl="0" indent="-285750" algn="l" rtl="0">
              <a:spcBef>
                <a:spcPts val="0"/>
              </a:spcBef>
              <a:spcAft>
                <a:spcPts val="1200"/>
              </a:spcAft>
              <a:buFontTx/>
              <a:buChar char="-"/>
            </a:pPr>
            <a:r>
              <a:rPr lang="fr-FR" i="1" dirty="0">
                <a:latin typeface="Montserrat"/>
                <a:ea typeface="Montserrat"/>
                <a:cs typeface="Montserrat"/>
                <a:sym typeface="Montserrat"/>
              </a:rPr>
              <a:t>Entre 2017 et 2021 on constate que le prix des appartements a augmenté. Ce constat est valable dans tous les arrondissements de Paris</a:t>
            </a:r>
          </a:p>
        </p:txBody>
      </p:sp>
      <p:pic>
        <p:nvPicPr>
          <p:cNvPr id="3" name="Image 2" descr="Une image contenant texte, ligne, diagramme, Tracé&#10;&#10;Description générée automatiquement">
            <a:extLst>
              <a:ext uri="{FF2B5EF4-FFF2-40B4-BE49-F238E27FC236}">
                <a16:creationId xmlns:a16="http://schemas.microsoft.com/office/drawing/2014/main" id="{2C85DDC4-01CD-B954-80EE-32627EFFAF60}"/>
              </a:ext>
            </a:extLst>
          </p:cNvPr>
          <p:cNvPicPr>
            <a:picLocks noChangeAspect="1"/>
          </p:cNvPicPr>
          <p:nvPr/>
        </p:nvPicPr>
        <p:blipFill>
          <a:blip r:embed="rId3"/>
          <a:stretch>
            <a:fillRect/>
          </a:stretch>
        </p:blipFill>
        <p:spPr>
          <a:xfrm>
            <a:off x="1708216" y="2055289"/>
            <a:ext cx="4803543" cy="2857866"/>
          </a:xfrm>
          <a:prstGeom prst="rect">
            <a:avLst/>
          </a:prstGeom>
        </p:spPr>
      </p:pic>
    </p:spTree>
    <p:extLst>
      <p:ext uri="{BB962C8B-B14F-4D97-AF65-F5344CB8AC3E}">
        <p14:creationId xmlns:p14="http://schemas.microsoft.com/office/powerpoint/2010/main" val="3140773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a:latin typeface="Montserrat"/>
                <a:ea typeface="Montserrat"/>
                <a:cs typeface="Montserrat"/>
                <a:sym typeface="Montserrat"/>
              </a:rPr>
              <a:t>Analyse du marché de l’immobilier</a:t>
            </a:r>
            <a:endParaRPr sz="2520"/>
          </a:p>
        </p:txBody>
      </p:sp>
      <p:sp>
        <p:nvSpPr>
          <p:cNvPr id="99" name="Google Shape;99;p15"/>
          <p:cNvSpPr txBox="1">
            <a:spLocks noGrp="1"/>
          </p:cNvSpPr>
          <p:nvPr>
            <p:ph type="body" idx="1"/>
          </p:nvPr>
        </p:nvSpPr>
        <p:spPr>
          <a:xfrm>
            <a:off x="727650" y="1246988"/>
            <a:ext cx="7688700" cy="1502985"/>
          </a:xfrm>
          <a:prstGeom prst="rect">
            <a:avLst/>
          </a:prstGeom>
        </p:spPr>
        <p:txBody>
          <a:bodyPr spcFirstLastPara="1" wrap="square" lIns="91425" tIns="91425" rIns="91425" bIns="91425" anchor="t" anchorCtr="0">
            <a:normAutofit fontScale="92500"/>
          </a:bodyPr>
          <a:lstStyle/>
          <a:p>
            <a:pPr marL="285750" lvl="0" indent="-285750" algn="l" rtl="0">
              <a:spcBef>
                <a:spcPts val="0"/>
              </a:spcBef>
              <a:spcAft>
                <a:spcPts val="1200"/>
              </a:spcAft>
              <a:buFont typeface="Arial" panose="020B0604020202020204" pitchFamily="34" charset="0"/>
              <a:buChar char="•"/>
            </a:pPr>
            <a:r>
              <a:rPr lang="fr-FR" i="1" dirty="0">
                <a:latin typeface="Montserrat"/>
                <a:ea typeface="Montserrat"/>
                <a:cs typeface="Montserrat"/>
                <a:sym typeface="Montserrat"/>
              </a:rPr>
              <a:t>Légère baisse des prix entre 2020 et 2021 -&gt; crise économique liée à la pandémie du COVID19</a:t>
            </a:r>
          </a:p>
          <a:p>
            <a:pPr marL="285750" lvl="0" indent="-285750" algn="l" rtl="0">
              <a:spcBef>
                <a:spcPts val="0"/>
              </a:spcBef>
              <a:spcAft>
                <a:spcPts val="1200"/>
              </a:spcAft>
              <a:buFont typeface="Arial" panose="020B0604020202020204" pitchFamily="34" charset="0"/>
              <a:buChar char="•"/>
            </a:pPr>
            <a:r>
              <a:rPr lang="fr-FR" i="1" dirty="0">
                <a:latin typeface="Montserrat"/>
                <a:ea typeface="Montserrat"/>
                <a:cs typeface="Montserrat"/>
                <a:sym typeface="Montserrat"/>
              </a:rPr>
              <a:t>Locaux commerciaux et industriels : constat légèrement différent -&gt; Augmentation globale des prix entre 2017 et 2021. </a:t>
            </a:r>
          </a:p>
          <a:p>
            <a:pPr marL="285750" lvl="0" indent="-285750" algn="l" rtl="0">
              <a:spcBef>
                <a:spcPts val="0"/>
              </a:spcBef>
              <a:spcAft>
                <a:spcPts val="1200"/>
              </a:spcAft>
              <a:buFont typeface="Arial" panose="020B0604020202020204" pitchFamily="34" charset="0"/>
              <a:buChar char="•"/>
            </a:pPr>
            <a:r>
              <a:rPr lang="fr-FR" i="1" dirty="0">
                <a:latin typeface="Montserrat"/>
                <a:ea typeface="Montserrat"/>
                <a:cs typeface="Montserrat"/>
                <a:sym typeface="Montserrat"/>
              </a:rPr>
              <a:t>Mais pas d’effets négatifs de la crise économique.</a:t>
            </a:r>
          </a:p>
        </p:txBody>
      </p:sp>
      <p:pic>
        <p:nvPicPr>
          <p:cNvPr id="3" name="Image 2" descr="Une image contenant texte, ligne, diagramme, Tracé&#10;&#10;Description générée automatiquement">
            <a:extLst>
              <a:ext uri="{FF2B5EF4-FFF2-40B4-BE49-F238E27FC236}">
                <a16:creationId xmlns:a16="http://schemas.microsoft.com/office/drawing/2014/main" id="{D0522DFB-AB38-E93F-9AC5-A9E6F5620E6D}"/>
              </a:ext>
            </a:extLst>
          </p:cNvPr>
          <p:cNvPicPr>
            <a:picLocks noChangeAspect="1"/>
          </p:cNvPicPr>
          <p:nvPr/>
        </p:nvPicPr>
        <p:blipFill>
          <a:blip r:embed="rId3"/>
          <a:stretch>
            <a:fillRect/>
          </a:stretch>
        </p:blipFill>
        <p:spPr>
          <a:xfrm>
            <a:off x="2321931" y="2571750"/>
            <a:ext cx="3520458" cy="2219270"/>
          </a:xfrm>
          <a:prstGeom prst="rect">
            <a:avLst/>
          </a:prstGeom>
        </p:spPr>
      </p:pic>
    </p:spTree>
    <p:extLst>
      <p:ext uri="{BB962C8B-B14F-4D97-AF65-F5344CB8AC3E}">
        <p14:creationId xmlns:p14="http://schemas.microsoft.com/office/powerpoint/2010/main" val="37116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285750" lvl="0" indent="-285750" algn="l" rtl="0">
              <a:spcBef>
                <a:spcPts val="1200"/>
              </a:spcBef>
              <a:spcAft>
                <a:spcPts val="1200"/>
              </a:spcAft>
              <a:buFontTx/>
              <a:buChar char="-"/>
            </a:pPr>
            <a:r>
              <a:rPr lang="fr-FR" dirty="0"/>
              <a:t>Identifications des facteurs qui influencent les prix dans l’immobilier </a:t>
            </a:r>
          </a:p>
          <a:p>
            <a:pPr marL="285750" lvl="0" indent="-285750" algn="l" rtl="0">
              <a:spcBef>
                <a:spcPts val="1200"/>
              </a:spcBef>
              <a:spcAft>
                <a:spcPts val="1200"/>
              </a:spcAft>
              <a:buFontTx/>
              <a:buChar char="-"/>
            </a:pPr>
            <a:r>
              <a:rPr lang="fr-FR" dirty="0"/>
              <a:t>Nettoyage et transformation des données </a:t>
            </a:r>
          </a:p>
          <a:p>
            <a:pPr marL="285750" lvl="0" indent="-285750" algn="l" rtl="0">
              <a:spcBef>
                <a:spcPts val="1200"/>
              </a:spcBef>
              <a:spcAft>
                <a:spcPts val="1200"/>
              </a:spcAft>
              <a:buFontTx/>
              <a:buChar char="-"/>
            </a:pPr>
            <a:r>
              <a:rPr lang="fr-FR" dirty="0"/>
              <a:t>Séparation des données en un jeu de données d’entrainement et un jeu de données de test.</a:t>
            </a:r>
          </a:p>
          <a:p>
            <a:pPr marL="285750" lvl="0" indent="-285750" algn="l" rtl="0">
              <a:spcBef>
                <a:spcPts val="1200"/>
              </a:spcBef>
              <a:spcAft>
                <a:spcPts val="1200"/>
              </a:spcAft>
              <a:buFontTx/>
              <a:buChar char="-"/>
            </a:pPr>
            <a:r>
              <a:rPr lang="fr-FR" dirty="0"/>
              <a:t>Entrainement de l’algorithme </a:t>
            </a:r>
          </a:p>
          <a:p>
            <a:pPr marL="285750" lvl="0" indent="-285750" algn="l" rtl="0">
              <a:spcBef>
                <a:spcPts val="1200"/>
              </a:spcBef>
              <a:spcAft>
                <a:spcPts val="1200"/>
              </a:spcAft>
              <a:buFontTx/>
              <a:buChar char="-"/>
            </a:pPr>
            <a:r>
              <a:rPr lang="fr-FR" dirty="0"/>
              <a:t>Utilisation de l’algorithme sur de nouvelles données (qui ont été nettoyés au préalable).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pic>
        <p:nvPicPr>
          <p:cNvPr id="5" name="Image 4" descr="Une image contenant texte, capture d’écran, Police&#10;&#10;Description générée automatiquement">
            <a:extLst>
              <a:ext uri="{FF2B5EF4-FFF2-40B4-BE49-F238E27FC236}">
                <a16:creationId xmlns:a16="http://schemas.microsoft.com/office/drawing/2014/main" id="{58055E0A-D15E-8F92-EBE7-B500A9E8DBC4}"/>
              </a:ext>
            </a:extLst>
          </p:cNvPr>
          <p:cNvPicPr>
            <a:picLocks noChangeAspect="1"/>
          </p:cNvPicPr>
          <p:nvPr/>
        </p:nvPicPr>
        <p:blipFill rotWithShape="1">
          <a:blip r:embed="rId3"/>
          <a:srcRect l="-32574" t="-84" r="32574" b="84"/>
          <a:stretch/>
        </p:blipFill>
        <p:spPr>
          <a:xfrm>
            <a:off x="-1351280" y="2177360"/>
            <a:ext cx="5271218" cy="2183175"/>
          </a:xfrm>
          <a:prstGeom prst="rect">
            <a:avLst/>
          </a:prstGeom>
        </p:spPr>
      </p:pic>
      <p:sp>
        <p:nvSpPr>
          <p:cNvPr id="7" name="ZoneTexte 6">
            <a:extLst>
              <a:ext uri="{FF2B5EF4-FFF2-40B4-BE49-F238E27FC236}">
                <a16:creationId xmlns:a16="http://schemas.microsoft.com/office/drawing/2014/main" id="{94C7E809-52BD-7A76-6EC5-008090BAD759}"/>
              </a:ext>
            </a:extLst>
          </p:cNvPr>
          <p:cNvSpPr txBox="1"/>
          <p:nvPr/>
        </p:nvSpPr>
        <p:spPr>
          <a:xfrm>
            <a:off x="599440" y="1403295"/>
            <a:ext cx="4572000" cy="523220"/>
          </a:xfrm>
          <a:prstGeom prst="rect">
            <a:avLst/>
          </a:prstGeom>
          <a:noFill/>
        </p:spPr>
        <p:txBody>
          <a:bodyPr wrap="square">
            <a:spAutoFit/>
          </a:bodyPr>
          <a:lstStyle/>
          <a:p>
            <a:pPr marL="285750" lvl="0" indent="-285750" algn="l" rtl="0">
              <a:spcBef>
                <a:spcPts val="1200"/>
              </a:spcBef>
              <a:spcAft>
                <a:spcPts val="1200"/>
              </a:spcAft>
              <a:buFontTx/>
              <a:buChar char="-"/>
            </a:pPr>
            <a:r>
              <a:rPr lang="fr-FR" dirty="0">
                <a:latin typeface="Lato" panose="020F0502020204030203" pitchFamily="34" charset="0"/>
                <a:ea typeface="Lato" panose="020F0502020204030203" pitchFamily="34" charset="0"/>
                <a:cs typeface="Lato" panose="020F0502020204030203" pitchFamily="34" charset="0"/>
              </a:rPr>
              <a:t>Identifications des facteurs qui influencent les prix dans l’immobilier</a:t>
            </a:r>
          </a:p>
        </p:txBody>
      </p:sp>
      <p:pic>
        <p:nvPicPr>
          <p:cNvPr id="9" name="Image 8" descr="Une image contenant texte, capture d’écran, Police&#10;&#10;Description générée automatiquement">
            <a:extLst>
              <a:ext uri="{FF2B5EF4-FFF2-40B4-BE49-F238E27FC236}">
                <a16:creationId xmlns:a16="http://schemas.microsoft.com/office/drawing/2014/main" id="{94D305E2-8C67-2C0E-B992-EB882BA74CDF}"/>
              </a:ext>
            </a:extLst>
          </p:cNvPr>
          <p:cNvPicPr>
            <a:picLocks noChangeAspect="1"/>
          </p:cNvPicPr>
          <p:nvPr/>
        </p:nvPicPr>
        <p:blipFill>
          <a:blip r:embed="rId4"/>
          <a:stretch>
            <a:fillRect/>
          </a:stretch>
        </p:blipFill>
        <p:spPr>
          <a:xfrm>
            <a:off x="4391546" y="2101784"/>
            <a:ext cx="4529358" cy="1708215"/>
          </a:xfrm>
          <a:prstGeom prst="rect">
            <a:avLst/>
          </a:prstGeom>
        </p:spPr>
      </p:pic>
    </p:spTree>
    <p:extLst>
      <p:ext uri="{BB962C8B-B14F-4D97-AF65-F5344CB8AC3E}">
        <p14:creationId xmlns:p14="http://schemas.microsoft.com/office/powerpoint/2010/main" val="3536773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dirty="0">
                <a:latin typeface="Montserrat"/>
                <a:ea typeface="Montserrat"/>
                <a:cs typeface="Montserrat"/>
                <a:sym typeface="Montserrat"/>
              </a:rPr>
              <a:t>II. Méthodologie suivie </a:t>
            </a:r>
            <a:endParaRPr sz="3300" dirty="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None/>
            </a:pPr>
            <a:endParaRPr dirty="0"/>
          </a:p>
        </p:txBody>
      </p:sp>
      <p:sp>
        <p:nvSpPr>
          <p:cNvPr id="7" name="ZoneTexte 6">
            <a:extLst>
              <a:ext uri="{FF2B5EF4-FFF2-40B4-BE49-F238E27FC236}">
                <a16:creationId xmlns:a16="http://schemas.microsoft.com/office/drawing/2014/main" id="{94C7E809-52BD-7A76-6EC5-008090BAD759}"/>
              </a:ext>
            </a:extLst>
          </p:cNvPr>
          <p:cNvSpPr txBox="1"/>
          <p:nvPr/>
        </p:nvSpPr>
        <p:spPr>
          <a:xfrm>
            <a:off x="599440" y="1403295"/>
            <a:ext cx="4572000" cy="830997"/>
          </a:xfrm>
          <a:prstGeom prst="rect">
            <a:avLst/>
          </a:prstGeom>
          <a:noFill/>
        </p:spPr>
        <p:txBody>
          <a:bodyPr wrap="square">
            <a:spAutoFit/>
          </a:bodyPr>
          <a:lstStyle/>
          <a:p>
            <a:pPr marL="285750" indent="-285750">
              <a:spcBef>
                <a:spcPts val="1200"/>
              </a:spcBef>
              <a:spcAft>
                <a:spcPts val="1200"/>
              </a:spcAft>
              <a:buFontTx/>
              <a:buChar char="-"/>
            </a:pPr>
            <a:r>
              <a:rPr lang="fr-FR" dirty="0">
                <a:latin typeface="Lato" panose="020F0502020204030203" pitchFamily="34" charset="0"/>
                <a:ea typeface="Lato" panose="020F0502020204030203" pitchFamily="34" charset="0"/>
                <a:cs typeface="Lato" panose="020F0502020204030203" pitchFamily="34" charset="0"/>
              </a:rPr>
              <a:t>Nettoyage et transformation des données </a:t>
            </a:r>
          </a:p>
          <a:p>
            <a:pPr marL="285750" indent="-285750">
              <a:spcBef>
                <a:spcPts val="1200"/>
              </a:spcBef>
              <a:spcAft>
                <a:spcPts val="1200"/>
              </a:spcAft>
              <a:buFontTx/>
              <a:buChar char="-"/>
            </a:pPr>
            <a:r>
              <a:rPr lang="fr-FR" dirty="0">
                <a:latin typeface="Lato" panose="020F0502020204030203" pitchFamily="34" charset="0"/>
                <a:ea typeface="Lato" panose="020F0502020204030203" pitchFamily="34" charset="0"/>
                <a:cs typeface="Lato" panose="020F0502020204030203" pitchFamily="34" charset="0"/>
              </a:rPr>
              <a:t>Transformation des variables textuelles en nombres</a:t>
            </a:r>
          </a:p>
        </p:txBody>
      </p:sp>
      <p:pic>
        <p:nvPicPr>
          <p:cNvPr id="3" name="Image 2" descr="Une image contenant texte, capture d’écran, Police&#10;&#10;Description générée automatiquement">
            <a:extLst>
              <a:ext uri="{FF2B5EF4-FFF2-40B4-BE49-F238E27FC236}">
                <a16:creationId xmlns:a16="http://schemas.microsoft.com/office/drawing/2014/main" id="{1C613461-E58E-1ABA-7FEB-602B0F4773AE}"/>
              </a:ext>
            </a:extLst>
          </p:cNvPr>
          <p:cNvPicPr>
            <a:picLocks noChangeAspect="1"/>
          </p:cNvPicPr>
          <p:nvPr/>
        </p:nvPicPr>
        <p:blipFill>
          <a:blip r:embed="rId3"/>
          <a:stretch>
            <a:fillRect/>
          </a:stretch>
        </p:blipFill>
        <p:spPr>
          <a:xfrm>
            <a:off x="727650" y="2390981"/>
            <a:ext cx="4504694" cy="2071603"/>
          </a:xfrm>
          <a:prstGeom prst="rect">
            <a:avLst/>
          </a:prstGeom>
        </p:spPr>
      </p:pic>
    </p:spTree>
    <p:extLst>
      <p:ext uri="{BB962C8B-B14F-4D97-AF65-F5344CB8AC3E}">
        <p14:creationId xmlns:p14="http://schemas.microsoft.com/office/powerpoint/2010/main" val="3881850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7" name="ZoneTexte 6">
            <a:extLst>
              <a:ext uri="{FF2B5EF4-FFF2-40B4-BE49-F238E27FC236}">
                <a16:creationId xmlns:a16="http://schemas.microsoft.com/office/drawing/2014/main" id="{94C7E809-52BD-7A76-6EC5-008090BAD759}"/>
              </a:ext>
            </a:extLst>
          </p:cNvPr>
          <p:cNvSpPr txBox="1"/>
          <p:nvPr/>
        </p:nvSpPr>
        <p:spPr>
          <a:xfrm>
            <a:off x="599440" y="1403295"/>
            <a:ext cx="4572000" cy="307777"/>
          </a:xfrm>
          <a:prstGeom prst="rect">
            <a:avLst/>
          </a:prstGeom>
          <a:noFill/>
        </p:spPr>
        <p:txBody>
          <a:bodyPr wrap="square">
            <a:spAutoFit/>
          </a:bodyPr>
          <a:lstStyle/>
          <a:p>
            <a:pPr marL="285750" indent="-285750">
              <a:spcBef>
                <a:spcPts val="1200"/>
              </a:spcBef>
              <a:spcAft>
                <a:spcPts val="1200"/>
              </a:spcAft>
              <a:buFontTx/>
              <a:buChar char="-"/>
            </a:pPr>
            <a:r>
              <a:rPr lang="fr-FR" dirty="0">
                <a:latin typeface="Lato" panose="020F0502020204030203" pitchFamily="34" charset="0"/>
                <a:ea typeface="Lato" panose="020F0502020204030203" pitchFamily="34" charset="0"/>
                <a:cs typeface="Lato" panose="020F0502020204030203" pitchFamily="34" charset="0"/>
              </a:rPr>
              <a:t>Entrainement de l’algorithme</a:t>
            </a:r>
          </a:p>
        </p:txBody>
      </p:sp>
      <p:pic>
        <p:nvPicPr>
          <p:cNvPr id="4" name="Image 3" descr="Une image contenant texte, capture d’écran, Police, Page web&#10;&#10;Description générée automatiquement">
            <a:extLst>
              <a:ext uri="{FF2B5EF4-FFF2-40B4-BE49-F238E27FC236}">
                <a16:creationId xmlns:a16="http://schemas.microsoft.com/office/drawing/2014/main" id="{07313A27-9B0B-579D-2A7E-384490762D7A}"/>
              </a:ext>
            </a:extLst>
          </p:cNvPr>
          <p:cNvPicPr>
            <a:picLocks noChangeAspect="1"/>
          </p:cNvPicPr>
          <p:nvPr/>
        </p:nvPicPr>
        <p:blipFill rotWithShape="1">
          <a:blip r:embed="rId3"/>
          <a:srcRect t="-3157" r="44985" b="-1"/>
          <a:stretch/>
        </p:blipFill>
        <p:spPr>
          <a:xfrm>
            <a:off x="269061" y="1727503"/>
            <a:ext cx="4120060" cy="1264316"/>
          </a:xfrm>
          <a:prstGeom prst="rect">
            <a:avLst/>
          </a:prstGeom>
        </p:spPr>
      </p:pic>
      <p:pic>
        <p:nvPicPr>
          <p:cNvPr id="6" name="Image 5" descr="Une image contenant texte, capture d’écran, Police, ligne&#10;&#10;Description générée automatiquement">
            <a:extLst>
              <a:ext uri="{FF2B5EF4-FFF2-40B4-BE49-F238E27FC236}">
                <a16:creationId xmlns:a16="http://schemas.microsoft.com/office/drawing/2014/main" id="{BAF75E36-46A8-0999-7F4B-B250E72559F8}"/>
              </a:ext>
            </a:extLst>
          </p:cNvPr>
          <p:cNvPicPr>
            <a:picLocks noChangeAspect="1"/>
          </p:cNvPicPr>
          <p:nvPr/>
        </p:nvPicPr>
        <p:blipFill>
          <a:blip r:embed="rId4"/>
          <a:stretch>
            <a:fillRect/>
          </a:stretch>
        </p:blipFill>
        <p:spPr>
          <a:xfrm>
            <a:off x="5153486" y="1327177"/>
            <a:ext cx="3391074" cy="1016052"/>
          </a:xfrm>
          <a:prstGeom prst="rect">
            <a:avLst/>
          </a:prstGeom>
        </p:spPr>
      </p:pic>
      <p:pic>
        <p:nvPicPr>
          <p:cNvPr id="9" name="Image 8" descr="Une image contenant texte, capture d’écran, Police&#10;&#10;Description générée automatiquement">
            <a:extLst>
              <a:ext uri="{FF2B5EF4-FFF2-40B4-BE49-F238E27FC236}">
                <a16:creationId xmlns:a16="http://schemas.microsoft.com/office/drawing/2014/main" id="{8E281B81-9B46-5BFF-E7BB-2936EFA54883}"/>
              </a:ext>
            </a:extLst>
          </p:cNvPr>
          <p:cNvPicPr>
            <a:picLocks noChangeAspect="1"/>
          </p:cNvPicPr>
          <p:nvPr/>
        </p:nvPicPr>
        <p:blipFill>
          <a:blip r:embed="rId5"/>
          <a:stretch>
            <a:fillRect/>
          </a:stretch>
        </p:blipFill>
        <p:spPr>
          <a:xfrm>
            <a:off x="4861371" y="2426381"/>
            <a:ext cx="3683189" cy="2349621"/>
          </a:xfrm>
          <a:prstGeom prst="rect">
            <a:avLst/>
          </a:prstGeom>
        </p:spPr>
      </p:pic>
      <p:sp>
        <p:nvSpPr>
          <p:cNvPr id="10" name="ZoneTexte 9">
            <a:extLst>
              <a:ext uri="{FF2B5EF4-FFF2-40B4-BE49-F238E27FC236}">
                <a16:creationId xmlns:a16="http://schemas.microsoft.com/office/drawing/2014/main" id="{03474C52-B34E-8B89-A5AA-5A8EFF4AD324}"/>
              </a:ext>
            </a:extLst>
          </p:cNvPr>
          <p:cNvSpPr txBox="1"/>
          <p:nvPr/>
        </p:nvSpPr>
        <p:spPr>
          <a:xfrm>
            <a:off x="1087120" y="4219232"/>
            <a:ext cx="2844800" cy="523220"/>
          </a:xfrm>
          <a:prstGeom prst="rect">
            <a:avLst/>
          </a:prstGeom>
          <a:noFill/>
        </p:spPr>
        <p:txBody>
          <a:bodyPr wrap="square">
            <a:spAutoFit/>
          </a:bodyPr>
          <a:lstStyle/>
          <a:p>
            <a:pPr>
              <a:spcBef>
                <a:spcPts val="1200"/>
              </a:spcBef>
              <a:spcAft>
                <a:spcPts val="1200"/>
              </a:spcAft>
            </a:pPr>
            <a:r>
              <a:rPr lang="fr-FR" dirty="0"/>
              <a:t>Vérification des performances de l’algorithme</a:t>
            </a:r>
          </a:p>
        </p:txBody>
      </p:sp>
    </p:spTree>
    <p:extLst>
      <p:ext uri="{BB962C8B-B14F-4D97-AF65-F5344CB8AC3E}">
        <p14:creationId xmlns:p14="http://schemas.microsoft.com/office/powerpoint/2010/main" val="254637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III. Résultat des prédictions</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sp>
        <p:nvSpPr>
          <p:cNvPr id="111" name="Google Shape;111;p17"/>
          <p:cNvSpPr txBox="1">
            <a:spLocks noGrp="1"/>
          </p:cNvSpPr>
          <p:nvPr>
            <p:ph type="body" idx="1"/>
          </p:nvPr>
        </p:nvSpPr>
        <p:spPr>
          <a:xfrm>
            <a:off x="599880" y="3104090"/>
            <a:ext cx="7688700" cy="1763332"/>
          </a:xfrm>
          <a:prstGeom prst="rect">
            <a:avLst/>
          </a:prstGeom>
        </p:spPr>
        <p:txBody>
          <a:bodyPr spcFirstLastPara="1" wrap="square" lIns="91425" tIns="91425" rIns="91425" bIns="91425" anchor="t" anchorCtr="0">
            <a:normAutofit fontScale="92500" lnSpcReduction="10000"/>
          </a:bodyPr>
          <a:lstStyle/>
          <a:p>
            <a:pPr marL="457200" lvl="0" indent="-311150" algn="l" rtl="0">
              <a:spcBef>
                <a:spcPts val="0"/>
              </a:spcBef>
              <a:spcAft>
                <a:spcPts val="0"/>
              </a:spcAft>
              <a:buSzPts val="1300"/>
              <a:buFont typeface="Montserrat"/>
              <a:buChar char="-"/>
            </a:pPr>
            <a:r>
              <a:rPr lang="fr" i="1" dirty="0">
                <a:latin typeface="Montserrat"/>
                <a:ea typeface="Montserrat"/>
                <a:cs typeface="Montserrat"/>
                <a:sym typeface="Montserrat"/>
              </a:rPr>
              <a:t>Valorisation prédite au 31 décembre 2022 :</a:t>
            </a:r>
          </a:p>
          <a:p>
            <a:pPr marL="457200" lvl="0" indent="-311150" algn="l" rtl="0">
              <a:spcBef>
                <a:spcPts val="0"/>
              </a:spcBef>
              <a:spcAft>
                <a:spcPts val="0"/>
              </a:spcAft>
              <a:buSzPts val="1300"/>
              <a:buFont typeface="Montserrat"/>
              <a:buChar char="-"/>
            </a:pPr>
            <a:r>
              <a:rPr lang="fr" i="1" dirty="0">
                <a:latin typeface="Montserrat"/>
                <a:ea typeface="Montserrat"/>
                <a:cs typeface="Montserrat"/>
                <a:sym typeface="Montserrat"/>
              </a:rPr>
              <a:t> de 70 millions d’euros pour les appartements </a:t>
            </a:r>
          </a:p>
          <a:p>
            <a:pPr marL="457200" lvl="0" indent="-311150" algn="l" rtl="0">
              <a:spcBef>
                <a:spcPts val="0"/>
              </a:spcBef>
              <a:spcAft>
                <a:spcPts val="0"/>
              </a:spcAft>
              <a:buSzPts val="1300"/>
              <a:buFont typeface="Montserrat"/>
              <a:buChar char="-"/>
            </a:pPr>
            <a:r>
              <a:rPr lang="fr" i="1" dirty="0">
                <a:latin typeface="Montserrat"/>
                <a:ea typeface="Montserrat"/>
                <a:cs typeface="Montserrat"/>
                <a:sym typeface="Montserrat"/>
              </a:rPr>
              <a:t>97 millions pour les locaux commerciaux et industriels.</a:t>
            </a:r>
          </a:p>
          <a:p>
            <a:pPr marL="457200" lvl="0" indent="-311150" algn="l" rtl="0">
              <a:spcBef>
                <a:spcPts val="0"/>
              </a:spcBef>
              <a:spcAft>
                <a:spcPts val="0"/>
              </a:spcAft>
              <a:buSzPts val="1300"/>
              <a:buFont typeface="Montserrat"/>
              <a:buChar char="-"/>
            </a:pPr>
            <a:endParaRPr lang="fr" i="1" dirty="0">
              <a:latin typeface="Montserrat"/>
              <a:ea typeface="Montserrat"/>
              <a:cs typeface="Montserrat"/>
              <a:sym typeface="Montserrat"/>
            </a:endParaRPr>
          </a:p>
          <a:p>
            <a:pPr marL="457200" lvl="0" indent="-311150" algn="l" rtl="0">
              <a:spcBef>
                <a:spcPts val="0"/>
              </a:spcBef>
              <a:spcAft>
                <a:spcPts val="0"/>
              </a:spcAft>
              <a:buSzPts val="1300"/>
              <a:buFont typeface="Montserrat"/>
              <a:buChar char="-"/>
            </a:pPr>
            <a:r>
              <a:rPr lang="fr" i="1" dirty="0">
                <a:latin typeface="Montserrat"/>
                <a:ea typeface="Montserrat"/>
                <a:cs typeface="Montserrat"/>
                <a:sym typeface="Montserrat"/>
              </a:rPr>
              <a:t>Attention : certains facteurs influençant le prix de l’immobilier ne sont peut etre pas pris en compte(nombre de pièces principales par exemple). L’analyse temporelle n’est pas assez poussée et certaines variables explicatives sont peut être corrélées (type de local et surface réelle).</a:t>
            </a:r>
            <a:endParaRPr i="1" dirty="0">
              <a:latin typeface="Montserrat"/>
              <a:ea typeface="Montserrat"/>
              <a:cs typeface="Montserrat"/>
              <a:sym typeface="Montserrat"/>
            </a:endParaRPr>
          </a:p>
        </p:txBody>
      </p:sp>
      <p:pic>
        <p:nvPicPr>
          <p:cNvPr id="3" name="Image 2" descr="Une image contenant texte, capture d’écran, Police, nombre&#10;&#10;Description générée automatiquement">
            <a:extLst>
              <a:ext uri="{FF2B5EF4-FFF2-40B4-BE49-F238E27FC236}">
                <a16:creationId xmlns:a16="http://schemas.microsoft.com/office/drawing/2014/main" id="{85941C90-3B1C-B2AC-24A1-140519511907}"/>
              </a:ext>
            </a:extLst>
          </p:cNvPr>
          <p:cNvPicPr>
            <a:picLocks noChangeAspect="1"/>
          </p:cNvPicPr>
          <p:nvPr/>
        </p:nvPicPr>
        <p:blipFill>
          <a:blip r:embed="rId3"/>
          <a:stretch>
            <a:fillRect/>
          </a:stretch>
        </p:blipFill>
        <p:spPr>
          <a:xfrm>
            <a:off x="2294466" y="1384213"/>
            <a:ext cx="3296636" cy="14984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a:p>
          <a:p>
            <a:pPr marL="0" lvl="0" indent="0" algn="l" rtl="0">
              <a:spcBef>
                <a:spcPts val="0"/>
              </a:spcBef>
              <a:spcAft>
                <a:spcPts val="0"/>
              </a:spcAft>
              <a:buNone/>
            </a:pPr>
            <a:r>
              <a:rPr lang="fr"/>
              <a:t>Partie 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dirty="0">
                <a:latin typeface="Montserrat"/>
                <a:ea typeface="Montserrat"/>
                <a:cs typeface="Montserrat"/>
                <a:sym typeface="Montserrat"/>
              </a:rPr>
              <a:t>I. Méthodologie suivie </a:t>
            </a:r>
            <a:endParaRPr sz="3300" dirty="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None/>
            </a:pPr>
            <a:endParaRPr dirty="0"/>
          </a:p>
        </p:txBody>
      </p:sp>
      <p:sp>
        <p:nvSpPr>
          <p:cNvPr id="128" name="Google Shape;128;p20"/>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sz="1100" i="1" dirty="0">
                <a:latin typeface="Montserrat"/>
                <a:ea typeface="Montserrat"/>
                <a:cs typeface="Montserrat"/>
                <a:sym typeface="Montserrat"/>
              </a:rPr>
              <a:t>- Choix de l’algorithme des K-</a:t>
            </a:r>
            <a:r>
              <a:rPr lang="fr-FR" sz="1100" i="1" dirty="0" err="1">
                <a:latin typeface="Montserrat"/>
                <a:ea typeface="Montserrat"/>
                <a:cs typeface="Montserrat"/>
                <a:sym typeface="Montserrat"/>
              </a:rPr>
              <a:t>Means</a:t>
            </a:r>
            <a:r>
              <a:rPr lang="fr-FR" sz="1100" i="1" dirty="0">
                <a:latin typeface="Montserrat"/>
                <a:ea typeface="Montserrat"/>
                <a:cs typeface="Montserrat"/>
                <a:sym typeface="Montserrat"/>
              </a:rPr>
              <a:t>.</a:t>
            </a:r>
          </a:p>
          <a:p>
            <a:pPr marL="0" lvl="0" indent="0" algn="l" rtl="0">
              <a:spcBef>
                <a:spcPts val="0"/>
              </a:spcBef>
              <a:spcAft>
                <a:spcPts val="0"/>
              </a:spcAft>
              <a:buNone/>
            </a:pPr>
            <a:r>
              <a:rPr lang="fr-FR" sz="1100" i="1" dirty="0">
                <a:latin typeface="Montserrat"/>
                <a:ea typeface="Montserrat"/>
                <a:cs typeface="Montserrat"/>
                <a:sym typeface="Montserrat"/>
              </a:rPr>
              <a:t>- Permet de classer des objets similaires entre eux.</a:t>
            </a:r>
          </a:p>
          <a:p>
            <a:pPr marL="0" lvl="0" indent="0" algn="l" rtl="0">
              <a:spcBef>
                <a:spcPts val="0"/>
              </a:spcBef>
              <a:spcAft>
                <a:spcPts val="0"/>
              </a:spcAft>
              <a:buNone/>
            </a:pPr>
            <a:endParaRPr lang="fr-FR" sz="1100" i="1" dirty="0">
              <a:latin typeface="Montserrat"/>
              <a:ea typeface="Montserrat"/>
              <a:cs typeface="Montserrat"/>
              <a:sym typeface="Montserrat"/>
            </a:endParaRPr>
          </a:p>
          <a:p>
            <a:pPr marL="0" lvl="0" indent="0" algn="l" rtl="0">
              <a:spcBef>
                <a:spcPts val="0"/>
              </a:spcBef>
              <a:spcAft>
                <a:spcPts val="0"/>
              </a:spcAft>
              <a:buNone/>
            </a:pPr>
            <a:r>
              <a:rPr lang="fr-FR" sz="1100" i="1" dirty="0">
                <a:latin typeface="Montserrat"/>
                <a:ea typeface="Montserrat"/>
                <a:cs typeface="Montserrat"/>
                <a:sym typeface="Montserrat"/>
              </a:rPr>
              <a:t>Classification des biens immobiliers avec comme facteur différenciant leur prix.</a:t>
            </a:r>
          </a:p>
          <a:p>
            <a:pPr marL="0" lvl="0" indent="0" algn="l" rtl="0">
              <a:spcBef>
                <a:spcPts val="0"/>
              </a:spcBef>
              <a:spcAft>
                <a:spcPts val="0"/>
              </a:spcAft>
              <a:buNone/>
            </a:pPr>
            <a:endParaRPr lang="fr-FR" sz="1100" i="1" dirty="0">
              <a:latin typeface="Montserrat"/>
              <a:ea typeface="Montserrat"/>
              <a:cs typeface="Montserrat"/>
              <a:sym typeface="Montserrat"/>
            </a:endParaRPr>
          </a:p>
          <a:p>
            <a:pPr marL="0" lvl="0" indent="0" algn="l" rtl="0">
              <a:spcBef>
                <a:spcPts val="0"/>
              </a:spcBef>
              <a:spcAft>
                <a:spcPts val="0"/>
              </a:spcAft>
              <a:buNone/>
            </a:pPr>
            <a:endParaRPr lang="fr-FR" sz="1100" i="1" dirty="0">
              <a:latin typeface="Montserrat"/>
              <a:ea typeface="Montserrat"/>
              <a:cs typeface="Montserrat"/>
              <a:sym typeface="Montserrat"/>
            </a:endParaRPr>
          </a:p>
          <a:p>
            <a:pPr marL="0" lvl="0" indent="0" algn="l" rtl="0">
              <a:spcBef>
                <a:spcPts val="1200"/>
              </a:spcBef>
              <a:spcAft>
                <a:spcPts val="1200"/>
              </a:spcAft>
              <a:buNone/>
            </a:pPr>
            <a:endParaRPr dirty="0"/>
          </a:p>
        </p:txBody>
      </p:sp>
      <p:pic>
        <p:nvPicPr>
          <p:cNvPr id="3" name="Image 2" descr="Une image contenant texte, capture d’écran, Police&#10;&#10;Description générée automatiquement">
            <a:extLst>
              <a:ext uri="{FF2B5EF4-FFF2-40B4-BE49-F238E27FC236}">
                <a16:creationId xmlns:a16="http://schemas.microsoft.com/office/drawing/2014/main" id="{B6C3E841-4F60-70E5-E421-756985D96A17}"/>
              </a:ext>
            </a:extLst>
          </p:cNvPr>
          <p:cNvPicPr>
            <a:picLocks noChangeAspect="1"/>
          </p:cNvPicPr>
          <p:nvPr/>
        </p:nvPicPr>
        <p:blipFill>
          <a:blip r:embed="rId3"/>
          <a:stretch>
            <a:fillRect/>
          </a:stretch>
        </p:blipFill>
        <p:spPr>
          <a:xfrm>
            <a:off x="1177779" y="2326202"/>
            <a:ext cx="5874548" cy="22992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 Résultat de la classification</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sp>
        <p:nvSpPr>
          <p:cNvPr id="134" name="Google Shape;134;p21"/>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171450" lvl="0" indent="-171450" algn="l" rtl="0">
              <a:spcBef>
                <a:spcPts val="0"/>
              </a:spcBef>
              <a:spcAft>
                <a:spcPts val="0"/>
              </a:spcAft>
              <a:buFontTx/>
              <a:buChar char="-"/>
            </a:pPr>
            <a:r>
              <a:rPr lang="fr-FR" sz="1100" i="1" dirty="0">
                <a:latin typeface="Montserrat"/>
                <a:ea typeface="Montserrat"/>
                <a:cs typeface="Montserrat"/>
                <a:sym typeface="Montserrat"/>
              </a:rPr>
              <a:t>On trouve deux clusters. 20 appartements et 20 locaux commerciaux.</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On considère que le cluster des locaux commerciaux est celui des biens avec le prix le plus élevé.</a:t>
            </a:r>
          </a:p>
          <a:p>
            <a:pPr marL="0" lvl="0" indent="0" algn="l" rtl="0">
              <a:spcBef>
                <a:spcPts val="0"/>
              </a:spcBef>
              <a:spcAft>
                <a:spcPts val="0"/>
              </a:spcAft>
              <a:buNone/>
            </a:pPr>
            <a:endParaRPr lang="fr-FR" sz="1100" i="1" dirty="0">
              <a:latin typeface="Montserrat"/>
              <a:ea typeface="Montserrat"/>
              <a:cs typeface="Montserrat"/>
              <a:sym typeface="Montserrat"/>
            </a:endParaRPr>
          </a:p>
          <a:p>
            <a:pPr marL="0" lvl="0" indent="0" algn="l" rtl="0">
              <a:spcBef>
                <a:spcPts val="0"/>
              </a:spcBef>
              <a:spcAft>
                <a:spcPts val="0"/>
              </a:spcAft>
              <a:buNone/>
            </a:pPr>
            <a:endParaRPr lang="fr-FR" sz="1100" i="1" dirty="0">
              <a:latin typeface="Montserrat"/>
              <a:ea typeface="Montserrat"/>
              <a:cs typeface="Montserrat"/>
              <a:sym typeface="Montserrat"/>
            </a:endParaRPr>
          </a:p>
          <a:p>
            <a:pPr marL="0" lvl="0" indent="0" algn="l" rtl="0">
              <a:spcBef>
                <a:spcPts val="0"/>
              </a:spcBef>
              <a:spcAft>
                <a:spcPts val="0"/>
              </a:spcAft>
              <a:buNone/>
            </a:pPr>
            <a:r>
              <a:rPr lang="fr-FR" sz="1100" i="1" dirty="0">
                <a:latin typeface="Montserrat"/>
                <a:ea typeface="Montserrat"/>
                <a:cs typeface="Montserrat"/>
                <a:sym typeface="Montserrat"/>
              </a:rPr>
              <a:t>Limites éventuelles de notre analyse : </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Il n’y a que deux groupes -&gt; non prise en compte des différents segments possibles.</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Des appartements peuvent être considérés par l’algorithme comme des locaux commerciaux en raison de leur prix élevé.</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Une seule variable est utilisée ce qui limite la fiabilité. La situation géographique des biens n’est pas prise en compte.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 Résultat de la classification</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pic>
        <p:nvPicPr>
          <p:cNvPr id="3" name="Image 2" descr="Une image contenant texte, capture d’écran, diagramme, nombre&#10;&#10;Description générée automatiquement">
            <a:extLst>
              <a:ext uri="{FF2B5EF4-FFF2-40B4-BE49-F238E27FC236}">
                <a16:creationId xmlns:a16="http://schemas.microsoft.com/office/drawing/2014/main" id="{8C778A4D-4172-9018-89C0-50C5A7896136}"/>
              </a:ext>
            </a:extLst>
          </p:cNvPr>
          <p:cNvPicPr>
            <a:picLocks noChangeAspect="1"/>
          </p:cNvPicPr>
          <p:nvPr/>
        </p:nvPicPr>
        <p:blipFill>
          <a:blip r:embed="rId3"/>
          <a:stretch>
            <a:fillRect/>
          </a:stretch>
        </p:blipFill>
        <p:spPr>
          <a:xfrm>
            <a:off x="1820337" y="1410109"/>
            <a:ext cx="4623825" cy="3328423"/>
          </a:xfrm>
          <a:prstGeom prst="rect">
            <a:avLst/>
          </a:prstGeom>
        </p:spPr>
      </p:pic>
    </p:spTree>
    <p:extLst>
      <p:ext uri="{BB962C8B-B14F-4D97-AF65-F5344CB8AC3E}">
        <p14:creationId xmlns:p14="http://schemas.microsoft.com/office/powerpoint/2010/main" val="1513888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dirty="0">
                <a:latin typeface="Montserrat"/>
                <a:ea typeface="Montserrat"/>
                <a:cs typeface="Montserrat"/>
                <a:sym typeface="Montserrat"/>
              </a:rPr>
              <a:t>II. Résultat de la classification</a:t>
            </a:r>
            <a:endParaRPr sz="3300" dirty="0">
              <a:latin typeface="Montserrat"/>
              <a:ea typeface="Montserrat"/>
              <a:cs typeface="Montserrat"/>
              <a:sym typeface="Montserrat"/>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dirty="0"/>
          </a:p>
        </p:txBody>
      </p:sp>
      <p:sp>
        <p:nvSpPr>
          <p:cNvPr id="134" name="Google Shape;134;p21"/>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171450" lvl="0" indent="-171450" algn="l" rtl="0">
              <a:spcBef>
                <a:spcPts val="0"/>
              </a:spcBef>
              <a:spcAft>
                <a:spcPts val="0"/>
              </a:spcAft>
              <a:buFontTx/>
              <a:buChar char="-"/>
            </a:pPr>
            <a:r>
              <a:rPr lang="fr-FR" sz="1100" i="1" dirty="0">
                <a:latin typeface="Montserrat"/>
                <a:ea typeface="Montserrat"/>
                <a:cs typeface="Montserrat"/>
                <a:sym typeface="Montserrat"/>
              </a:rPr>
              <a:t>Cet outil permet de détecter rapidement à quel type de bien l’équipe a affaire =&gt; Gain de temps </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Il peut permettre aussi de détecter les opportunités d’investissement : biens sous évalués.</a:t>
            </a:r>
          </a:p>
        </p:txBody>
      </p:sp>
    </p:spTree>
    <p:extLst>
      <p:ext uri="{BB962C8B-B14F-4D97-AF65-F5344CB8AC3E}">
        <p14:creationId xmlns:p14="http://schemas.microsoft.com/office/powerpoint/2010/main" val="3850680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dirty="0">
                <a:latin typeface="Montserrat"/>
                <a:ea typeface="Montserrat"/>
                <a:cs typeface="Montserrat"/>
                <a:sym typeface="Montserrat"/>
              </a:rPr>
              <a:t>II. </a:t>
            </a:r>
            <a:r>
              <a:rPr lang="fr-FR" sz="3300" dirty="0">
                <a:latin typeface="Montserrat"/>
                <a:ea typeface="Montserrat"/>
                <a:cs typeface="Montserrat"/>
                <a:sym typeface="Montserrat"/>
              </a:rPr>
              <a:t>Conclusion</a:t>
            </a:r>
            <a:endParaRPr sz="3300" dirty="0">
              <a:latin typeface="Montserrat"/>
              <a:ea typeface="Montserrat"/>
              <a:cs typeface="Montserrat"/>
              <a:sym typeface="Montserrat"/>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dirty="0"/>
          </a:p>
        </p:txBody>
      </p:sp>
      <p:sp>
        <p:nvSpPr>
          <p:cNvPr id="134" name="Google Shape;134;p21"/>
          <p:cNvSpPr txBox="1">
            <a:spLocks noGrp="1"/>
          </p:cNvSpPr>
          <p:nvPr>
            <p:ph type="body" idx="1"/>
          </p:nvPr>
        </p:nvSpPr>
        <p:spPr>
          <a:xfrm>
            <a:off x="729450" y="1437850"/>
            <a:ext cx="7688700" cy="1249079"/>
          </a:xfrm>
          <a:prstGeom prst="rect">
            <a:avLst/>
          </a:prstGeom>
        </p:spPr>
        <p:txBody>
          <a:bodyPr spcFirstLastPara="1" wrap="square" lIns="91425" tIns="91425" rIns="91425" bIns="91425" anchor="t" anchorCtr="0">
            <a:normAutofit/>
          </a:bodyPr>
          <a:lstStyle/>
          <a:p>
            <a:pPr marL="171450" lvl="0" indent="-171450" algn="l" rtl="0">
              <a:spcBef>
                <a:spcPts val="0"/>
              </a:spcBef>
              <a:spcAft>
                <a:spcPts val="0"/>
              </a:spcAft>
              <a:buFontTx/>
              <a:buChar char="-"/>
            </a:pPr>
            <a:r>
              <a:rPr lang="fr-FR" sz="1100" i="1" dirty="0">
                <a:latin typeface="Montserrat"/>
                <a:ea typeface="Montserrat"/>
                <a:cs typeface="Montserrat"/>
                <a:sym typeface="Montserrat"/>
              </a:rPr>
              <a:t>Utilisation d’un algorithme de régression linéaire pour prédire valorisation portefeuille actifs</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Outil qui aide à la prise de décision, mais il ne faut pas en faire une vérité absolue </a:t>
            </a:r>
          </a:p>
          <a:p>
            <a:pPr marL="171450" lvl="0" indent="-171450" algn="l" rtl="0">
              <a:spcBef>
                <a:spcPts val="0"/>
              </a:spcBef>
              <a:spcAft>
                <a:spcPts val="0"/>
              </a:spcAft>
              <a:buFontTx/>
              <a:buChar char="-"/>
            </a:pPr>
            <a:r>
              <a:rPr lang="fr-FR" sz="1100" i="1" dirty="0">
                <a:latin typeface="Montserrat"/>
                <a:ea typeface="Montserrat"/>
                <a:cs typeface="Montserrat"/>
                <a:sym typeface="Montserrat"/>
              </a:rPr>
              <a:t>Entreprise Plus beaux logis =&gt; Focus appartements ?</a:t>
            </a:r>
          </a:p>
        </p:txBody>
      </p:sp>
    </p:spTree>
    <p:extLst>
      <p:ext uri="{BB962C8B-B14F-4D97-AF65-F5344CB8AC3E}">
        <p14:creationId xmlns:p14="http://schemas.microsoft.com/office/powerpoint/2010/main" val="2296345192"/>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15523</TotalTime>
  <Words>533</Words>
  <Application>Microsoft Office PowerPoint</Application>
  <PresentationFormat>Affichage à l'écran (16:9)</PresentationFormat>
  <Paragraphs>72</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Lato</vt:lpstr>
      <vt:lpstr>Raleway</vt:lpstr>
      <vt:lpstr>Montserrat</vt:lpstr>
      <vt:lpstr>Arial</vt:lpstr>
      <vt:lpstr>Streamline</vt:lpstr>
      <vt:lpstr>Les Plus Beaux Logis de Paris Partie 1</vt:lpstr>
      <vt:lpstr>Présentation PowerPoint</vt:lpstr>
      <vt:lpstr>Analyse du marché de l’immobilier</vt:lpstr>
      <vt:lpstr>Analyse du marché de l’immobilier</vt:lpstr>
      <vt:lpstr>Analyse du marché de l’immobilier</vt:lpstr>
      <vt:lpstr>II. Méthodologie suivie    </vt:lpstr>
      <vt:lpstr>II. Méthodologie suivie    </vt:lpstr>
      <vt:lpstr>II. Méthodologie suivie    </vt:lpstr>
      <vt:lpstr>II. Méthodologie suivie    </vt:lpstr>
      <vt:lpstr>III. Résultat des prédictions   </vt:lpstr>
      <vt:lpstr>Les Plus Beaux Logis de Paris Partie 2</vt:lpstr>
      <vt:lpstr>I. Méthodologie suivie    </vt:lpstr>
      <vt:lpstr>II. Résultat de la classification   </vt:lpstr>
      <vt:lpstr>II. Résultat de la classification   </vt:lpstr>
      <vt:lpstr>II. Résultat de la classification   </vt:lpstr>
      <vt:lpstr>II.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Plus Beaux Logis de Paris Partie 1</dc:title>
  <cp:lastModifiedBy>Samuel Osenat</cp:lastModifiedBy>
  <cp:revision>1</cp:revision>
  <dcterms:modified xsi:type="dcterms:W3CDTF">2025-07-24T13:49:47Z</dcterms:modified>
</cp:coreProperties>
</file>